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EPSON T3 SCARA Robot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Project Overview</a:t>
            </a:r>
            <a:br/>
            <a:r>
              <a:t>• Analysis of EPSON T3 SCARA Robot CAD model</a:t>
            </a:r>
            <a:br/>
            <a:r>
              <a:t>• Inspection of SolidWorks assembly</a:t>
            </a:r>
            <a:br/>
            <a:r>
              <a:t>• Identification of components and joints</a:t>
            </a:r>
            <a:br/>
            <a:r>
              <a:t>• DOF estimation</a:t>
            </a:r>
            <a:br/>
            <a:r>
              <a:t>• MATLAB/Simulink motion analysis</a:t>
            </a:r>
            <a:br/>
            <a:r>
              <a:t>• Workspace and applications</a:t>
            </a:r>
            <a:br/>
            <a:r>
              <a:t/>
            </a:r>
            <a:br/>
            <a:r>
              <a:t>Objective:</a:t>
            </a:r>
            <a:br/>
            <a:r>
              <a:t>Understand how a CAD assembly is interpreted as a practical robotic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 Assembly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Robot: EPSON T3 SCARA</a:t>
            </a:r>
            <a:br>
              <a:rPr dirty="0"/>
            </a:br>
            <a:r>
              <a:rPr dirty="0"/>
              <a:t>CAD: SolidWorks</a:t>
            </a:r>
            <a:br>
              <a:rPr dirty="0"/>
            </a:br>
            <a:r>
              <a:rPr dirty="0"/>
              <a:t>Simulation: MATLAB/Simulink/</a:t>
            </a:r>
            <a:r>
              <a:rPr dirty="0" err="1"/>
              <a:t>Simscape</a:t>
            </a:r>
            <a:r>
              <a:rPr dirty="0"/>
              <a:t/>
            </a:r>
            <a:br>
              <a:rPr dirty="0"/>
            </a:br>
            <a:r>
              <a:rPr dirty="0"/>
              <a:t>Main Parts: Base, Connecting Arm, Main Arm, Shaft, Stopper, Cable, </a:t>
            </a:r>
            <a:r>
              <a:rPr dirty="0" smtClean="0"/>
              <a:t>End-Effector</a:t>
            </a:r>
            <a:br>
              <a:rPr dirty="0" smtClean="0"/>
            </a:b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18" y="3359426"/>
            <a:ext cx="6104447" cy="3498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CAD Assembly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Base – Supports robot</a:t>
            </a:r>
            <a:br/>
            <a:r>
              <a:t>Connecting Arm – Transfers motion</a:t>
            </a:r>
            <a:br/>
            <a:r>
              <a:t>Main Arm – Carries end-effector</a:t>
            </a:r>
            <a:br/>
            <a:r>
              <a:t>Shaft – Vertical motion</a:t>
            </a:r>
            <a:br/>
            <a:r>
              <a:t>Cable – Electrical connection</a:t>
            </a:r>
            <a:br/>
            <a:r>
              <a:t>Stopper – Motion limitation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 Type &amp; DOF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Type: </a:t>
            </a:r>
            <a:r>
              <a:rPr dirty="0" smtClean="0"/>
              <a:t>SCARA</a:t>
            </a:r>
            <a:endParaRPr lang="en-US" dirty="0" smtClean="0"/>
          </a:p>
          <a:p>
            <a:pPr>
              <a:defRPr sz="2200"/>
            </a:pPr>
            <a:r>
              <a:rPr dirty="0"/>
              <a:t/>
            </a:r>
            <a:br>
              <a:rPr dirty="0"/>
            </a:br>
            <a:r>
              <a:rPr dirty="0"/>
              <a:t>DOF: </a:t>
            </a:r>
            <a:r>
              <a:rPr dirty="0" smtClean="0"/>
              <a:t>4</a:t>
            </a:r>
            <a:endParaRPr lang="en-US" dirty="0" smtClean="0"/>
          </a:p>
          <a:p>
            <a:pPr>
              <a:defRPr sz="2200"/>
            </a:pPr>
            <a:r>
              <a:rPr dirty="0"/>
              <a:t/>
            </a:r>
            <a:br>
              <a:rPr dirty="0"/>
            </a:br>
            <a:r>
              <a:rPr dirty="0"/>
              <a:t>Joints</a:t>
            </a:r>
            <a:r>
              <a:rPr dirty="0" smtClean="0"/>
              <a:t>:</a:t>
            </a:r>
            <a:endParaRPr lang="en-US" dirty="0" smtClean="0"/>
          </a:p>
          <a:p>
            <a:pPr>
              <a:defRPr sz="2200"/>
            </a:pPr>
            <a:r>
              <a:rPr dirty="0" smtClean="0"/>
              <a:t> </a:t>
            </a:r>
            <a:r>
              <a:rPr dirty="0"/>
              <a:t>Revolute, Revolute, Prismatic, Revolute</a:t>
            </a:r>
            <a:br>
              <a:rPr dirty="0"/>
            </a:br>
            <a:r>
              <a:rPr dirty="0" smtClean="0"/>
              <a:t>Applications</a:t>
            </a:r>
            <a:endParaRPr lang="en-US" dirty="0" smtClean="0"/>
          </a:p>
          <a:p>
            <a:pPr>
              <a:defRPr sz="2200"/>
            </a:pPr>
            <a:r>
              <a:rPr dirty="0" smtClean="0"/>
              <a:t>: </a:t>
            </a:r>
            <a:r>
              <a:rPr dirty="0"/>
              <a:t>Pick &amp; Place, Electronics, Packaging, PCB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Link and Joint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J1: Base→Link1 Rotation</a:t>
            </a:r>
            <a:br>
              <a:rPr dirty="0"/>
            </a:br>
            <a:r>
              <a:rPr dirty="0"/>
              <a:t>J2: Link1→Link2 Rotation</a:t>
            </a:r>
            <a:br>
              <a:rPr dirty="0"/>
            </a:br>
            <a:r>
              <a:rPr dirty="0"/>
              <a:t>J3: Link2→Z-axis Vertical</a:t>
            </a:r>
            <a:br>
              <a:rPr dirty="0"/>
            </a:br>
            <a:r>
              <a:rPr dirty="0"/>
              <a:t>J4: </a:t>
            </a:r>
            <a:r>
              <a:rPr dirty="0" err="1"/>
              <a:t>Z-axis→End-effector</a:t>
            </a:r>
            <a:r>
              <a:rPr dirty="0"/>
              <a:t> Rotation</a:t>
            </a:r>
            <a:br>
              <a:rPr dirty="0"/>
            </a:br>
            <a:r>
              <a:rPr dirty="0"/>
              <a:t/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Motion Reference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Home → Object → Pick → Place → Return Home</a:t>
            </a:r>
            <a:br/>
            <a:r>
              <a:t>Objective: Move object in ~2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 Motion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0.0s Home</a:t>
            </a:r>
            <a:br/>
            <a:r>
              <a:t>0.5s Rotate</a:t>
            </a:r>
            <a:br/>
            <a:r>
              <a:t>1.0s Lower</a:t>
            </a:r>
            <a:br/>
            <a:r>
              <a:t>1.5s Move</a:t>
            </a:r>
            <a:br/>
            <a:r>
              <a:t>2.0s Release</a:t>
            </a:r>
            <a:br/>
            <a:r>
              <a:t/>
            </a:r>
            <a:br/>
            <a:r>
              <a:t>Steps: Rotate J1, Rotate J2, Lower, Grip, Lift, Rotate, Release, Return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MATLAB / Simulink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Export SolidWorks to </a:t>
            </a:r>
            <a:r>
              <a:rPr dirty="0" err="1"/>
              <a:t>Simscape</a:t>
            </a:r>
            <a:r>
              <a:rPr dirty="0"/>
              <a:t> Multibody</a:t>
            </a:r>
            <a:br>
              <a:rPr dirty="0"/>
            </a:br>
            <a:r>
              <a:rPr dirty="0"/>
              <a:t>Import XML</a:t>
            </a:r>
            <a:br>
              <a:rPr dirty="0"/>
            </a:br>
            <a:r>
              <a:rPr dirty="0"/>
              <a:t>Detect bodies</a:t>
            </a:r>
            <a:br>
              <a:rPr dirty="0"/>
            </a:br>
            <a:r>
              <a:rPr dirty="0"/>
              <a:t>Detect joints</a:t>
            </a:r>
            <a:br>
              <a:rPr dirty="0"/>
            </a:br>
            <a:r>
              <a:rPr dirty="0"/>
              <a:t>Connect World Frame</a:t>
            </a:r>
            <a:br>
              <a:rPr dirty="0"/>
            </a:br>
            <a:r>
              <a:rPr dirty="0"/>
              <a:t>Test movement</a:t>
            </a:r>
            <a:br>
              <a:rPr dirty="0"/>
            </a:br>
            <a:r>
              <a:rPr dirty="0"/>
              <a:t/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" y="834891"/>
            <a:ext cx="9131769" cy="518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339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Workspace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Reachable area: Semi-circular</a:t>
            </a:r>
            <a:br>
              <a:rPr dirty="0"/>
            </a:br>
            <a:r>
              <a:rPr dirty="0"/>
              <a:t>High precision</a:t>
            </a:r>
            <a:br>
              <a:rPr dirty="0"/>
            </a:br>
            <a:r>
              <a:rPr dirty="0"/>
              <a:t>Fast horizontal motion</a:t>
            </a:r>
            <a:br>
              <a:rPr dirty="0"/>
            </a:br>
            <a:r>
              <a:rPr dirty="0"/>
              <a:t>Limitations: Payload, Vertical reach, Fixed installation</a:t>
            </a:r>
            <a:br>
              <a:rPr dirty="0"/>
            </a:br>
            <a:r>
              <a:rPr dirty="0"/>
              <a:t/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Applications:</a:t>
            </a:r>
            <a:br/>
            <a:r>
              <a:t>Electronics</a:t>
            </a:r>
            <a:br/>
            <a:r>
              <a:t>PCB</a:t>
            </a:r>
            <a:br/>
            <a:r>
              <a:t>Packaging</a:t>
            </a:r>
            <a:br/>
            <a:r>
              <a:t>Pharma</a:t>
            </a:r>
            <a:br/>
            <a:r>
              <a:t>CNC Loading</a:t>
            </a:r>
            <a:br/>
            <a:r>
              <a:t>Material Handling</a:t>
            </a:r>
            <a:br/>
            <a:r>
              <a:t/>
            </a:r>
            <a:br/>
            <a:r>
              <a:t>Limitations:</a:t>
            </a:r>
            <a:br/>
            <a:r>
              <a:t>Limited payload/workspace</a:t>
            </a:r>
            <a:br/>
            <a:r>
              <a:t>Calibration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EPSON T3 SCARA enables fast, accurate automation.</a:t>
            </a:r>
            <a:br/>
            <a:r>
              <a:t>CAD model supports identification of links, joints and motion.</a:t>
            </a:r>
            <a:br/>
            <a:r>
              <a:t>MATLAB/Simulink enables simulation and analysis.</a:t>
            </a:r>
            <a:br/>
            <a:r>
              <a:t>CAD models can be converted into practical robotic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89</Words>
  <Application>Microsoft Office PowerPoint</Application>
  <PresentationFormat>On-screen Show (4:3)</PresentationFormat>
  <Paragraphs>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EPSON T3 SCARA Robot Analysis</vt:lpstr>
      <vt:lpstr>Introduction</vt:lpstr>
      <vt:lpstr>Robot Assembly Overview</vt:lpstr>
      <vt:lpstr>CAD Assembly Inspection</vt:lpstr>
      <vt:lpstr>Robot Type &amp; DOF</vt:lpstr>
      <vt:lpstr>Link and Joint Identification</vt:lpstr>
      <vt:lpstr>Motion Reference Points</vt:lpstr>
      <vt:lpstr>Robot Motion Description</vt:lpstr>
      <vt:lpstr>MATLAB / Simulink Preparation</vt:lpstr>
      <vt:lpstr>PowerPoint Presentation</vt:lpstr>
      <vt:lpstr>Workspace Analysis</vt:lpstr>
      <vt:lpstr>Applications &amp; 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EPSON T3 SCARA Robot Analysis</dc:title>
  <dc:subject/>
  <dc:creator>Olly nicky</dc:creator>
  <cp:keywords/>
  <dc:description>generated using python-pptx</dc:description>
  <cp:lastModifiedBy>Olly nicky</cp:lastModifiedBy>
  <cp:revision>3</cp:revision>
  <dcterms:created xsi:type="dcterms:W3CDTF">2013-01-27T09:14:16Z</dcterms:created>
  <dcterms:modified xsi:type="dcterms:W3CDTF">2026-07-18T14:30:22Z</dcterms:modified>
  <cp:category/>
</cp:coreProperties>
</file>